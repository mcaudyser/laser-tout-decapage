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41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309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CRÉATION D'ENTREPRISE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LUMEN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Décapage &amp; nettoyage laser mobile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2011680" cy="0"/>
          </a:xfrm>
          <a:prstGeom prst="line">
            <a:avLst/>
          </a:prstGeom>
          <a:noFill/>
          <a:ln w="381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Métal · Bois · Pierre — rouille, peinture, vernis, suie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Mathis Dubois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International Business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concept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service mobile qui vient nettoyer et décaper sans abîmer le support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83664"/>
            <a:ext cx="109728" cy="109728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175564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directe chez le client : particuliers, professionnels, collectivités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60904"/>
            <a:ext cx="109728" cy="109728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253288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Élimination de la rouille, peinture, vernis et suie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38144"/>
            <a:ext cx="109728" cy="109728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68680" y="331012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contact, sans produit chimique, sans abrasion du matériau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215384"/>
            <a:ext cx="109728" cy="109728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68680" y="408736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technologie qui traite aussi bien le bois et la pierre que le métal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589520" y="18288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7818120" y="2011680"/>
            <a:ext cx="685800" cy="68580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818120" y="2011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0" y="182880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MÉTAL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589520" y="31089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7818120" y="3291840"/>
            <a:ext cx="685800" cy="68580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818120" y="3291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0" y="310896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589520" y="43891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7818120" y="4572000"/>
            <a:ext cx="685800" cy="68580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818120" y="4572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0" y="438912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PIERRE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marchés, une seule machine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822960" cy="82296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PARTICULIERS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de meubles, volets, portails, façades. Cycle de vente court, achat ponctuel.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709160" y="1828800"/>
            <a:ext cx="822960" cy="82296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0916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09160" y="2880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PROFESSIONNELS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338328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Carrossiers, menuisiers, entreprises du BTP. Sous-traitance récurrente, plus rentable.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8549640" y="1828800"/>
            <a:ext cx="822960" cy="82296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54964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549640" y="2880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COLLECTIVITÉS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49640" y="338328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Mairies : suppression de tags, entretien du mobilier urbain et des façades publiques.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technologie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206240" cy="4297680"/>
          </a:xfrm>
          <a:prstGeom prst="roundRect">
            <a:avLst>
              <a:gd name="adj" fmla="val 1739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200–300W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Puissance du laser pulsé mobile visé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3474720" cy="0"/>
          </a:xfrm>
          <a:prstGeom prst="line">
            <a:avLst/>
          </a:prstGeom>
          <a:noFill/>
          <a:ln w="12700">
            <a:solidFill>
              <a:srgbClr val="44444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~35 000 €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d'achat du laser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94960" y="1463040"/>
            <a:ext cx="457200" cy="45720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39496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50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pulsé mobile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0" y="17830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200–300W, seule technologie adaptée au bois et à la pierre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94960" y="2514600"/>
            <a:ext cx="457200" cy="45720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39496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504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Utilitaire aménagé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35040" y="28346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 dédié au transport et à l'intervention sur site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394960" y="3566160"/>
            <a:ext cx="457200" cy="45720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39496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504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électrogène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35040" y="38862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électrique totale, aucune prise nécessaire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394960" y="4617720"/>
            <a:ext cx="457200" cy="45720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3949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504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 HEPA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35040" y="49377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Captation des particules fines, sécurité opérateur et riverains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économique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au forfait, par demi-journée ou journée d'intervention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4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DEMI-JOURNÉE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 – 650 €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8288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4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4632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JOURNÉE COMPLÈTE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3774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 – 1 200 €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84632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7680960" cy="1371600"/>
          </a:xfrm>
          <a:prstGeom prst="roundRect">
            <a:avLst>
              <a:gd name="adj" fmla="val 5333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68680" y="4389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Journées de regroupement en atelier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75488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traiter en série les petites pièces (volets, ferronnerie, objets) apportées par plusieurs clients — meilleure rentabilité horaire.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1828800"/>
            <a:ext cx="3291840" cy="3749040"/>
          </a:xfrm>
          <a:prstGeom prst="roundRect">
            <a:avLst>
              <a:gd name="adj" fmla="val 2222"/>
            </a:avLst>
          </a:prstGeom>
          <a:solidFill>
            <a:srgbClr val="F4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595360" y="2103120"/>
            <a:ext cx="640080" cy="64008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5953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9536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0" y="324612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 à valider et ajuster une fois les devis concurrents reçus (ex. Decap'Elite Laser).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point d'équilibre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pour se dégager un salaire net de 2 000 € / mois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2C2C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2 000 €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charges fixes estimées / mois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20116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2C2C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617720" y="24688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à 7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617720" y="34290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de chantier facturés / mois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2C2C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458200" y="24688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2 000 €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458200" y="34290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salaire net visé / mois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marché jeune, pas vide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acteurs mobiles existent déjà en France — surtout de petites structures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132320" cy="868680"/>
          </a:xfrm>
          <a:prstGeom prst="roundRect">
            <a:avLst>
              <a:gd name="adj" fmla="val 6316"/>
            </a:avLst>
          </a:prstGeom>
          <a:solidFill>
            <a:srgbClr val="F4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190195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Eclatech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Auto-entrepreneur, décapage laser mobile généraliste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7132320" cy="868680"/>
          </a:xfrm>
          <a:prstGeom prst="roundRect">
            <a:avLst>
              <a:gd name="adj" fmla="val 6316"/>
            </a:avLst>
          </a:prstGeom>
          <a:solidFill>
            <a:srgbClr val="F4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77240" y="290779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Lasyse (Dijon)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Distributeur 4JET, intervention sur toute la France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7132320" cy="868680"/>
          </a:xfrm>
          <a:prstGeom prst="roundRect">
            <a:avLst>
              <a:gd name="adj" fmla="val 6316"/>
            </a:avLst>
          </a:prstGeom>
          <a:solidFill>
            <a:srgbClr val="F4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77240" y="391363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Netlaser (Lyon/Paris)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Spécialisé collectivités depuis 25 ans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7132320" cy="868680"/>
          </a:xfrm>
          <a:prstGeom prst="roundRect">
            <a:avLst>
              <a:gd name="adj" fmla="val 6316"/>
            </a:avLst>
          </a:prstGeom>
          <a:solidFill>
            <a:srgbClr val="F4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77240" y="491947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Decap'Elite Laser (Yvelines)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52578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le plus proche géographiquement — devis test en cours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1828800"/>
            <a:ext cx="3794760" cy="4023360"/>
          </a:xfrm>
          <a:prstGeom prst="roundRect">
            <a:avLst>
              <a:gd name="adj" fmla="val 1928"/>
            </a:avLst>
          </a:prstGeom>
          <a:solidFill>
            <a:srgbClr val="1C1C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13816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AVANTAGE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2560320"/>
            <a:ext cx="3291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BTP déjà en place via la PME d'aménagement de véhicules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utilitaires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 à des clients professionnels sans démarchage à froid.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Investissement &amp; financement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INITIAL ESTIMÉ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pulsé mobile 200–300W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9496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~35 000 €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75688"/>
            <a:ext cx="63093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Utilitaire aménagé + groupe électrogène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94960" y="2240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chiffrer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63093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d'aspiration HEPA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94960" y="27889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inclus/à chiffrer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63093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de sécurité (6 mois de charges)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9496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F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~12 000 €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721608"/>
            <a:ext cx="630936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589520" y="1280160"/>
            <a:ext cx="4023360" cy="4754880"/>
          </a:xfrm>
          <a:prstGeom prst="roundRect">
            <a:avLst>
              <a:gd name="adj" fmla="val 1818"/>
            </a:avLst>
          </a:prstGeom>
          <a:solidFill>
            <a:srgbClr val="F4F4F3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7" name="Text 15"/>
          <p:cNvSpPr/>
          <p:nvPr/>
        </p:nvSpPr>
        <p:spPr>
          <a:xfrm>
            <a:off x="781812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DE FINANCEMENT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18120" y="2039112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092440" y="189280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 personnel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818120" y="2697480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092440" y="255117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bancaire classique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18120" y="3355848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092440" y="320954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d'honneur (Réseau Entreprendre, Initiative France)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18120" y="4014216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092440" y="386791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Aides régionales à la création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818120" y="4672584"/>
            <a:ext cx="91440" cy="9144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8092440" y="4526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 avec AMS 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Feuille de route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11109960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23060" y="1920240"/>
            <a:ext cx="457200" cy="45720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230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Aujourd'hui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2606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Dernière année de master : validation marché, business plan, tests concurrence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109960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457700" y="1920240"/>
            <a:ext cx="457200" cy="45720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4577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6 mois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926080"/>
            <a:ext cx="2606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Financement, choix du statut juridique, structuration.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148840"/>
            <a:ext cx="11109960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7292340" y="1920240"/>
            <a:ext cx="457200" cy="45720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2923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Année prochaine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2926080"/>
            <a:ext cx="2606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Immatriculation, achat du matériel, lancement commercial ciblé B2B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148840"/>
            <a:ext cx="11109960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0126980" y="1920240"/>
            <a:ext cx="457200" cy="457200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01269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52560" y="2560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Ensuite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52560" y="2926080"/>
            <a:ext cx="2606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Montée en charge, premières embauches, développement de la flotte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ça peut marcher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92224"/>
            <a:ext cx="128016" cy="128016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16642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unique en son genre : seule solution non-abrasive pour métal, bois et pierre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78024"/>
            <a:ext cx="128016" cy="128016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14400" y="23500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encore jeune en France, avec une place à prendre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63824"/>
            <a:ext cx="128016" cy="128016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14400" y="30358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réseau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professionnel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large dans la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849624"/>
            <a:ext cx="128016" cy="128016"/>
          </a:xfrm>
          <a:prstGeom prst="ellipse">
            <a:avLst/>
          </a:prstGeom>
          <a:solidFill>
            <a:srgbClr val="FF6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914400" y="37216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économique simple, avec un seuil de rentabilité atteignable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2743200" cy="0"/>
          </a:xfrm>
          <a:prstGeom prst="line">
            <a:avLst/>
          </a:prstGeom>
          <a:noFill/>
          <a:ln w="254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5120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en discute 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5715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Mathis Dubois — Master International Business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625</Words>
  <Application>Microsoft Office PowerPoint</Application>
  <PresentationFormat>Grand écran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Ams Chartres</cp:lastModifiedBy>
  <cp:revision>2</cp:revision>
  <dcterms:created xsi:type="dcterms:W3CDTF">2026-08-04T11:27:36Z</dcterms:created>
  <dcterms:modified xsi:type="dcterms:W3CDTF">2026-08-04T11:36:00Z</dcterms:modified>
</cp:coreProperties>
</file>